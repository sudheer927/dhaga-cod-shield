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EF4444"/>
                </a:solidFill>
              </a:defRPr>
            </a:pPr>
            <a:r>
              <a:t>DHAGA &amp; CO. ENGAGEMENT · TECH TRACK MINI PROJECT 1</a:t>
            </a:r>
          </a:p>
          <a:p>
            <a:pPr>
              <a:spcAft>
                <a:spcPts val="1600"/>
              </a:spcAft>
              <a:defRPr sz="3200" b="1">
                <a:solidFill>
                  <a:srgbClr val="0F172A"/>
                </a:solidFill>
              </a:defRPr>
            </a:pPr>
            <a:r>
              <a:t>COD Shield: Pre-Dispatch Address Intelligence &amp; RTO Interception Engine</a:t>
            </a:r>
          </a:p>
          <a:p>
            <a:pPr>
              <a:spcAft>
                <a:spcPts val="3600"/>
              </a:spcAft>
              <a:defRPr sz="1700">
                <a:solidFill>
                  <a:srgbClr val="475569"/>
                </a:solidFill>
              </a:defRPr>
            </a:pPr>
            <a:r>
              <a:t>Halting ₹9.13 Lakhs in weekly dead freight across Tier-2/3 India before parcels leave the fulfillment center.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Group 10: Venkata Sairam Sudheer Mallapureddy · Omita Thakur · Sheikh Habib · Rohit Yadav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Panel Reviewer: Ruthvik | Presentation Date: Sunday, 4 October 2026 (5:45 PM – 6:00 PM IST)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SEGMENT 1 · SPEAKER: OMITA THAKUR (3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Segment 1: The Problem — Who Loses What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</a:defRPr>
            </a:pPr>
            <a:r>
              <a:t>The Client's Reality (In Faizan's Exact Words):</a:t>
            </a:r>
          </a:p>
          <a:p>
            <a:pPr>
              <a:spcAft>
                <a:spcPts val="2000"/>
              </a:spcAft>
              <a:defRPr sz="1800" i="1" b="1">
                <a:solidFill>
                  <a:srgbClr val="EF4444"/>
                </a:solidFill>
              </a:defRPr>
            </a:pPr>
            <a:r>
              <a:t>"Return to origin on cash on delivery is twenty-six percent. Each one costs us about ₹120 in logistics and burns a delivery slot we could have used."</a:t>
            </a:r>
          </a:p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</a:defRPr>
            </a:pPr>
            <a:r>
              <a:t>Ground Truth &amp; Operational Root Cause:</a:t>
            </a:r>
          </a:p>
          <a:p>
            <a:pPr>
              <a:spcAft>
                <a:spcPts val="600"/>
              </a:spcAft>
              <a:defRPr sz="1400">
                <a:solidFill>
                  <a:srgbClr val="475569"/>
                </a:solidFill>
              </a:defRPr>
            </a:pPr>
            <a:r>
              <a:t>•  Scale &amp; Payment Mix: 48,000 orders/week @ ₹840 AOV. 61% Cash-on-Delivery (29,280 COD orders/week).</a:t>
            </a:r>
          </a:p>
          <a:p>
            <a:pPr>
              <a:spcAft>
                <a:spcPts val="600"/>
              </a:spcAft>
              <a:defRPr sz="1400">
                <a:solidFill>
                  <a:srgbClr val="475569"/>
                </a:solidFill>
              </a:defRPr>
            </a:pPr>
            <a:r>
              <a:t>•  Demographic Reality: 64% of customers reside in Tier-2 and Tier-3 towns (Motihari, Deoria, Gopalganj), ordering on patchy mobile connections.</a:t>
            </a:r>
          </a:p>
          <a:p>
            <a:pPr>
              <a:spcAft>
                <a:spcPts val="600"/>
              </a:spcAft>
              <a:defRPr sz="1400">
                <a:solidFill>
                  <a:srgbClr val="475569"/>
                </a:solidFill>
              </a:defRPr>
            </a:pPr>
            <a:r>
              <a:t>•  Address Chaos: Addresses lack municipal numbers, typed in Hinglish relative landmarks ('shankar talkies ke peeche', 'shiv mandir road').</a:t>
            </a:r>
          </a:p>
          <a:p>
            <a:pPr>
              <a:spcAft>
                <a:spcPts val="600"/>
              </a:spcAft>
              <a:defRPr sz="1400">
                <a:solidFill>
                  <a:srgbClr val="475569"/>
                </a:solidFill>
              </a:defRPr>
            </a:pPr>
            <a:r>
              <a:t>•  Multi-Hop Courier Failures: Delhivery, Shiprocket, and Ekart take 4–7 days. Courier run sheets receive unstructured strings, resulting in immediate Non-Delivery Reports (NDR) and RTO.</a:t>
            </a:r>
          </a:p>
          <a:p>
            <a:pPr>
              <a:spcAft>
                <a:spcPts val="600"/>
              </a:spcAft>
              <a:defRPr sz="1400">
                <a:solidFill>
                  <a:srgbClr val="475569"/>
                </a:solidFill>
              </a:defRPr>
            </a:pPr>
            <a:r>
              <a:t>•  Trusted Data Asset: Dhaga's 11-million-row Postgres Orders table is explicitly marked 'Clean and trustworthy'. The baseline truth already exists.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SEGMENT 2 · SPEAKER: SHEIKH HABIB (3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Segment 2: Why It Matters — The Hard Cash Bleed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The Weekly Bleed Arithmetic (No Estimates, Direct Case Numbers):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✔  Weekly COD Volume: 48,000 orders × 61% COD = 29,280 orders/week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✔  Weekly COD RTO Orders: 29,280 × 26% RTO = 7,613 failed deliveries every single week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✔  Weekly Logistics Burn: 7,613 RTOs × ₹120 reverse freight = ₹9,13,560 per week (~₹4.75 Crore / year) lost in dead freight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✔  Inventory Drag: Seasonal stock (Dhaga pulls unsold items in 6 weeks) is trapped in transit for 10–14 days round trip, degrading sell-through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✔  Target Metric: Reduce COD RTO from 26% to 21% (a 5 percentage point drop), saving 1,464 parcels/week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✔  Retained Bottom-Line Cash: 1,464 × ₹120 = ₹1,75,680 / week (₹91.3 Lakhs / year retained profit)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✔  AI Infrastructure Cost: ₹1,350 / week (~$16 USD/week) — Delivering an astronomical 130x Net ROI!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SEGMENT 3 · SPEAKER: VENKATA SAIRAM SUDHEER (3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Segment 3: Architecture — The Code vs. Model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i="1">
                <a:solidFill>
                  <a:srgbClr val="EF4444"/>
                </a:solidFill>
              </a:defRPr>
            </a:pPr>
            <a:r>
              <a:t>Strict Rule: Models earn their place on language &amp; judgment. Math &amp; lookups stay in Python.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Deterministic Code (Python): PIN code regex (^[1-9][0-9]{5}$), India Post circle lookup table, keyword matching ('phone pe baat', 'kahi bhi'). Runs in &lt;0.01 ms with 0 tokens.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Fast Model (Gemini 1.5 Flash, Temp 0.1): Extracts messy relative landmarks ('shankar talkies ke peeche'), normalizes spelling drift, and outputs structured Pydantic schema.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Model + Rule Risk Boundary: Calculates calibrated 0–100 RTO Risk Score and assigns Tier: LOW (&lt;=35), MEDIUM (36-65), HIGH (&gt;65).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Routing Pattern: Over 65% of orders are LOW risk and get instantly auto-approved. Only flagged ambiguous orders route to the Pro model.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 Evaluator-Optimizer (Gemini 1.5 Pro, Temp 0.3): Identifies precise missing attributes and generates warm, culturally respectful Hinglish WhatsApp messages with 1-click confirmation buttons.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SEGMENT 4 · SPEAKER: ROHIT YADAV (6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Segment 4: Live Demo &amp; Intentional Failure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Live Demonstration on Real Deployed URL (4 Key Scenarios):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★  Case 1: Clean Metro (Bellandur, BLR): Instant Auto-Approval (&lt;100 ms). Standard label generated; 0 Pro tokens consumed.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★  Case 2: Hinglish Landmark (Motihari, Bihar): 'shankar talkies ke peeche, ward 14' -&gt; Landmark preserved on courier label. Low-medium risk; approved for Ekart dispatch.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★  Case 3: Missing Premise (Deoria, UP): 'Dr. Verma clinic ke samne, shiv mandir road' -&gt; Evaluator-Optimizer triggers Hinglish WhatsApp prompt with quick-reply buttons to verify door number.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★  Case 4: INTENTIONAL FAILURE CASE (Mandatory Rubric): 'Plot 24, Civil Lines, Jaipur, Rajasthan - 400001' -&gt; FAILS VISIBLY on screen! Red Banner: Geographic Circle Mismatch (400001 is Mumbai, not Rajasthan). Halts dispatch, saving ₹120 in dead logistics!</a:t>
            </a:r>
          </a:p>
          <a:p>
            <a:pPr>
              <a:spcAft>
                <a:spcPts val="700"/>
              </a:spcAft>
              <a:defRPr sz="1300">
                <a:solidFill>
                  <a:srgbClr val="0F172A"/>
                </a:solidFill>
              </a:defRPr>
            </a:pPr>
            <a:r>
              <a:t>★  The Unexpected Failure Solved: Landmark Premise Paradox: In Tier-2/3 India, 40%+ of homes have no door numbers. Naive parsers reject them; our engine preserves verified landmarks for local delivery boys.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SEGMENT 5 · SPEAKER: VENKATA SAIRAM SUDHEER (2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Segment 5: What We Would Build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Roadmap for Monday Morning (Honest Read of Future Scope):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</a:defRPr>
            </a:pPr>
            <a:r>
              <a:t>➡  Unicommerce Webhook Integration: Direct API middleware: intercept order creation webhooks and hold shipping label printing until address qualification passes.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</a:defRPr>
            </a:pPr>
            <a:r>
              <a:t>➡  Dynamic Carrier Routing: Evaluate PIN-level performance across Delhivery, Shiprocket, and Ekart to route high-risk Tier-3 PINs to the carrier with highest local delivery completion rates.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</a:defRPr>
            </a:pPr>
            <a:r>
              <a:t>➡  Pre-Dispatch COD-to-Prepaid Conversion: When high RTO risk is detected, offer ₹50 instant discount via WhatsApp if customer converts to UPI online payment, completely eliminating RTO risk.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</a:defRPr>
            </a:pPr>
            <a:r>
              <a:t>➡  What We Need From Dhaga &amp; Co.: Access to 6 months of historical courier NDR (Non-Delivery Report) status codes from Delhivery/Ekart to calibrate weights for Tier-3 clusters.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Q&amp;A ANCHOR · ALL TEAM MEMBERS SPEAKING (6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Boardroom Pushback: Anticipating Tough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sz="1300" b="1">
                <a:solidFill>
                  <a:srgbClr val="EF4444"/>
                </a:solidFill>
              </a:defRPr>
            </a:pPr>
            <a:r>
              <a:t>❓ Dev (CTO): '16 engineers, 0 ML engineers. Who runs this on Monday?'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   💡 Answer: Built in pure Python + standard REST APIs. Zero PyTorch, zero CUDA, zero model hosting. A junior backend engineer can maintain this with standard FastAPI / Unicommerce webhooks.</a:t>
            </a:r>
          </a:p>
          <a:p>
            <a:pPr>
              <a:spcAft>
                <a:spcPts val="200"/>
              </a:spcAft>
              <a:defRPr sz="1300" b="1">
                <a:solidFill>
                  <a:srgbClr val="EF4444"/>
                </a:solidFill>
              </a:defRPr>
            </a:pPr>
            <a:r>
              <a:t>❓ Faizan: 'What if your model is wrong 1 in 20 times?'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   💡 Answer: We never cancel a customer's order arbitrarily. High-risk orders are held for a polite, automated WhatsApp confirmation. Even if the customer ignores WhatsApp, human CX agents review it. It fails visibly, never silently.</a:t>
            </a:r>
          </a:p>
          <a:p>
            <a:pPr>
              <a:spcAft>
                <a:spcPts val="200"/>
              </a:spcAft>
              <a:defRPr sz="1300" b="1">
                <a:solidFill>
                  <a:srgbClr val="EF4444"/>
                </a:solidFill>
              </a:defRPr>
            </a:pPr>
            <a:r>
              <a:t>❓ Ritu (CEO): 'What if RTO is driven by buyer remorse, not addresses?'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   💡 Answer: Our biggest assumption is stated explicitly in the Discovery Note. Pre-dispatch WhatsApp confirmation filters uncommitted impulse buyers before dispatch. If a buyer ignores WhatsApp, holding the parcel saves the ₹120 logistics burn.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